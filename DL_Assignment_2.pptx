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5" r:id="rId2"/>
    <p:sldId id="310" r:id="rId3"/>
    <p:sldId id="311" r:id="rId4"/>
    <p:sldId id="313" r:id="rId5"/>
    <p:sldId id="312" r:id="rId6"/>
    <p:sldId id="315" r:id="rId7"/>
    <p:sldId id="316" r:id="rId8"/>
    <p:sldId id="317" r:id="rId9"/>
  </p:sldIdLst>
  <p:sldSz cx="12188825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1/30/2026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1/30/2026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1/30/2026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1/30/2026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39149" y="843473"/>
            <a:ext cx="7981526" cy="3095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Comparison of Perceptron and Logistic Regression on a Dataset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Course name : ucs761 Deep learning</a:t>
            </a:r>
          </a:p>
          <a:p>
            <a:r>
              <a:rPr lang="it-IT" dirty="0"/>
              <a:t>Name : abhishek kansal</a:t>
            </a:r>
          </a:p>
          <a:p>
            <a:r>
              <a:rPr lang="it-IT" dirty="0"/>
              <a:t>Roll no : 1020303808</a:t>
            </a:r>
          </a:p>
          <a:p>
            <a:r>
              <a:rPr lang="it-IT" dirty="0"/>
              <a:t>subgroup : 3c55</a:t>
            </a:r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Regarding the Dataset Used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Two Input Features having uniform Distribution</a:t>
            </a:r>
          </a:p>
          <a:p>
            <a:r>
              <a:rPr lang="en-US" dirty="0"/>
              <a:t> Gaussian Noise</a:t>
            </a:r>
          </a:p>
          <a:p>
            <a:r>
              <a:rPr lang="en-US" dirty="0"/>
              <a:t> Std Deviation  = 0 (</a:t>
            </a:r>
            <a:r>
              <a:rPr lang="en-IN" dirty="0"/>
              <a:t>i.e., 0.01 *a where a =0)</a:t>
            </a:r>
            <a:endParaRPr lang="en-US" dirty="0"/>
          </a:p>
          <a:p>
            <a:r>
              <a:rPr lang="en-US" dirty="0"/>
              <a:t> Out Put feature has Two Classes 0 and 1</a:t>
            </a:r>
          </a:p>
          <a:p>
            <a:r>
              <a:rPr lang="en-US" dirty="0"/>
              <a:t>Class Separated by Rotation of Degree 120.( i.e., 15*b where b=8) </a:t>
            </a:r>
          </a:p>
          <a:p>
            <a:r>
              <a:rPr lang="en-US" dirty="0"/>
              <a:t>Number of points per class </a:t>
            </a:r>
            <a:r>
              <a:rPr lang="en-US"/>
              <a:t>= 40</a:t>
            </a:r>
            <a:endParaRPr lang="en-US" dirty="0"/>
          </a:p>
          <a:p>
            <a:r>
              <a:rPr lang="en-US" dirty="0"/>
              <a:t> Non-Trivial Due to Rotation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1" y="620688"/>
            <a:ext cx="9144001" cy="1059904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5400" dirty="0">
                <a:solidFill>
                  <a:srgbClr val="FF0000"/>
                </a:solidFill>
              </a:rPr>
              <a:t>DATASET USED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0E5645E-252C-C81B-35D3-3D7C4FB9E6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044" y="1905000"/>
            <a:ext cx="6696744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Perceptron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759665" cy="4114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Learning Rate = 0.1</a:t>
            </a:r>
          </a:p>
          <a:p>
            <a:r>
              <a:rPr lang="en-US" dirty="0"/>
              <a:t>It is stable on scaled data</a:t>
            </a:r>
          </a:p>
          <a:p>
            <a:r>
              <a:rPr lang="en-US" dirty="0"/>
              <a:t>other values either learned too slowly or became unstable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1627844-0B65-A877-0B91-BC30FE4B032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492" y="2130624"/>
            <a:ext cx="4419600" cy="355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Basics of Neural Network - Perceptron Model">
            <a:extLst>
              <a:ext uri="{FF2B5EF4-FFF2-40B4-BE49-F238E27FC236}">
                <a16:creationId xmlns:a16="http://schemas.microsoft.com/office/drawing/2014/main" id="{61E2BFF0-4094-0DC3-3003-3DD2792B3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781" y="2130624"/>
            <a:ext cx="2088232" cy="129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erceptron Learning Algorithm: Concepts, Examples &amp; Guide 2025">
            <a:extLst>
              <a:ext uri="{FF2B5EF4-FFF2-40B4-BE49-F238E27FC236}">
                <a16:creationId xmlns:a16="http://schemas.microsoft.com/office/drawing/2014/main" id="{1E4B1DD2-B957-4488-3320-79B0BD841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891" y="2145227"/>
            <a:ext cx="2520555" cy="129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10378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Perceptron Behavior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8AF84-7249-6015-1154-265599C20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404321"/>
          </a:xfrm>
        </p:spPr>
        <p:txBody>
          <a:bodyPr>
            <a:normAutofit/>
          </a:bodyPr>
          <a:lstStyle/>
          <a:p>
            <a:r>
              <a:rPr lang="en-IN" sz="3600" dirty="0"/>
              <a:t>Limitations :</a:t>
            </a:r>
          </a:p>
          <a:p>
            <a:pPr marL="0" indent="0">
              <a:buNone/>
            </a:pPr>
            <a:r>
              <a:rPr lang="en-IN" dirty="0"/>
              <a:t>Requires perfect linear separability</a:t>
            </a:r>
          </a:p>
          <a:p>
            <a:pPr marL="0" indent="0">
              <a:buNone/>
            </a:pPr>
            <a:r>
              <a:rPr lang="en-IN" dirty="0"/>
              <a:t>Accuracy saturation</a:t>
            </a:r>
          </a:p>
          <a:p>
            <a:pPr marL="0" indent="0">
              <a:buNone/>
            </a:pPr>
            <a:r>
              <a:rPr lang="en-US" dirty="0"/>
              <a:t>Learning rate has limited effect on final accuracy</a:t>
            </a:r>
            <a:endParaRPr lang="en-IN" dirty="0"/>
          </a:p>
          <a:p>
            <a:r>
              <a:rPr lang="en-IN" sz="3600" dirty="0"/>
              <a:t>Converges</a:t>
            </a:r>
          </a:p>
          <a:p>
            <a:r>
              <a:rPr lang="en-IN" sz="3600" dirty="0"/>
              <a:t> </a:t>
            </a:r>
            <a:r>
              <a:rPr lang="en-US" sz="3600" dirty="0"/>
              <a:t>In our case, changing the learning rate affects convergence speed but not the final accuracy.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Logistic Regression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3212975"/>
            <a:ext cx="4416552" cy="28068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B0F0"/>
                </a:solidFill>
              </a:rPr>
              <a:t>Logistic regression provides probabilistic outputs, unlike the perceptron which gives only hard class labels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C4657CC-F9B6-60EA-919D-7B5D1AEADA5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988" y="1905001"/>
            <a:ext cx="441642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ecoding Logistic Regression: From Lines to Probabilities">
            <a:extLst>
              <a:ext uri="{FF2B5EF4-FFF2-40B4-BE49-F238E27FC236}">
                <a16:creationId xmlns:a16="http://schemas.microsoft.com/office/drawing/2014/main" id="{47F9A806-DF03-8D0B-FFE0-0739B7CF4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814" y="1972031"/>
            <a:ext cx="3489746" cy="107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Comparison And Insight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E8C86-B8CA-DA8B-8B44-D11BE504B4E7}"/>
              </a:ext>
            </a:extLst>
          </p:cNvPr>
          <p:cNvSpPr txBox="1"/>
          <p:nvPr/>
        </p:nvSpPr>
        <p:spPr>
          <a:xfrm>
            <a:off x="981844" y="1756656"/>
            <a:ext cx="107291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Case where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Perceptron performs better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     </a:t>
            </a:r>
            <a:r>
              <a:rPr lang="en-US" sz="2400" dirty="0"/>
              <a:t>When the data is perfectly linearly separable and noise-free.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Case where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Logistic Regression performs better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     </a:t>
            </a:r>
            <a:r>
              <a:rPr lang="en-US" sz="2400" dirty="0"/>
              <a:t>When the data has overlap or noise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In Our Case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     </a:t>
            </a:r>
            <a:r>
              <a:rPr lang="en-US" sz="2400" dirty="0"/>
              <a:t>Logistic Regression (60%) performs slightly better than the Perceptron(58.5%).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Our Insights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Both Perceptron and Logistic Regression are linear classifiers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Linear models are limited by data geometry, not by hyperparameter tuning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If the data is not perfectly separable, linear models hit a performance limit.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Our dataset is not perfectly linearly separable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Maximum achievable accuracy is thus capped by the dataset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E6568E-68E7-649F-3F63-A9FF2703C38A}"/>
              </a:ext>
            </a:extLst>
          </p:cNvPr>
          <p:cNvSpPr txBox="1"/>
          <p:nvPr/>
        </p:nvSpPr>
        <p:spPr>
          <a:xfrm rot="20241209">
            <a:off x="1455247" y="1693636"/>
            <a:ext cx="92783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0" dirty="0">
                <a:solidFill>
                  <a:srgbClr val="FF0000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117</TotalTime>
  <Words>288</Words>
  <Application>Microsoft Office PowerPoint</Application>
  <PresentationFormat>Custom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Wingdings</vt:lpstr>
      <vt:lpstr>Digital Blue Tunnel 16x9</vt:lpstr>
      <vt:lpstr>Comparison of Perceptron and Logistic Regression on a Dataset</vt:lpstr>
      <vt:lpstr>Regarding the Dataset Used</vt:lpstr>
      <vt:lpstr> DATASET USED</vt:lpstr>
      <vt:lpstr>Perceptron Model</vt:lpstr>
      <vt:lpstr>Perceptron Behavior</vt:lpstr>
      <vt:lpstr>Logistic Regression</vt:lpstr>
      <vt:lpstr>Comparison And Insight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Kansal</dc:creator>
  <cp:lastModifiedBy>Abhishek Kansal</cp:lastModifiedBy>
  <cp:revision>4</cp:revision>
  <dcterms:created xsi:type="dcterms:W3CDTF">2026-01-24T09:53:08Z</dcterms:created>
  <dcterms:modified xsi:type="dcterms:W3CDTF">2026-01-30T03:22:39Z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